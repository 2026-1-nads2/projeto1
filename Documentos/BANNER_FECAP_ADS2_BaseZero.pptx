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77AC3-D3FD-D729-B575-CE7E2FA308CA}" v="222" dt="2026-05-03T22:41:55.675"/>
    <p1510:client id="{37D9F62A-9BF9-1F4A-C311-35F01E6E1647}" v="383" dt="2026-05-04T12:42:59.042"/>
    <p1510:client id="{99911FD2-A598-4BC6-94D2-7AEE0977AA9B}" v="60" dt="2026-05-04T19:29:56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560" y="-2957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9" Type="http://schemas.microsoft.com/office/2015/10/relationships/revisionInfo" Target="revisionInfo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Olo 25028088" userId="S::maria.olo@edu.fecap.br::c00f56e6-293a-4e44-b97e-52991187163d" providerId="AD" clId="Web-{36577AC3-D3FD-D729-B575-CE7E2FA308CA}"/>
    <pc:docChg chg="modSld">
      <pc:chgData name="Maria Olo 25028088" userId="S::maria.olo@edu.fecap.br::c00f56e6-293a-4e44-b97e-52991187163d" providerId="AD" clId="Web-{36577AC3-D3FD-D729-B575-CE7E2FA308CA}" dt="2026-05-03T22:41:52.143" v="117" actId="20577"/>
      <pc:docMkLst>
        <pc:docMk/>
      </pc:docMkLst>
      <pc:sldChg chg="modSp">
        <pc:chgData name="Maria Olo 25028088" userId="S::maria.olo@edu.fecap.br::c00f56e6-293a-4e44-b97e-52991187163d" providerId="AD" clId="Web-{36577AC3-D3FD-D729-B575-CE7E2FA308CA}" dt="2026-05-03T22:41:52.143" v="117" actId="20577"/>
        <pc:sldMkLst>
          <pc:docMk/>
          <pc:sldMk cId="0" sldId="256"/>
        </pc:sldMkLst>
        <pc:spChg chg="mod">
          <ac:chgData name="Maria Olo 25028088" userId="S::maria.olo@edu.fecap.br::c00f56e6-293a-4e44-b97e-52991187163d" providerId="AD" clId="Web-{36577AC3-D3FD-D729-B575-CE7E2FA308CA}" dt="2026-05-03T22:41:52.143" v="117" actId="20577"/>
          <ac:spMkLst>
            <pc:docMk/>
            <pc:sldMk cId="0" sldId="256"/>
            <ac:spMk id="127" creationId="{00000000-0000-0000-0000-000000000000}"/>
          </ac:spMkLst>
        </pc:spChg>
        <pc:spChg chg="mod">
          <ac:chgData name="Maria Olo 25028088" userId="S::maria.olo@edu.fecap.br::c00f56e6-293a-4e44-b97e-52991187163d" providerId="AD" clId="Web-{36577AC3-D3FD-D729-B575-CE7E2FA308CA}" dt="2026-05-03T22:37:31.296" v="60" actId="20577"/>
          <ac:spMkLst>
            <pc:docMk/>
            <pc:sldMk cId="0" sldId="256"/>
            <ac:spMk id="136" creationId="{00000000-0000-0000-0000-000000000000}"/>
          </ac:spMkLst>
        </pc:spChg>
      </pc:sldChg>
    </pc:docChg>
  </pc:docChgLst>
  <pc:docChgLst>
    <pc:chgData name="Fátima Eduarda Gomes Balbino - 25028242" userId="01245f1c-27bc-4e86-8965-9d3b788cbef3" providerId="ADAL" clId="{70978DE4-AEE1-4B5D-A7FC-DBBA862FC7B3}"/>
    <pc:docChg chg="undo redo custSel modSld">
      <pc:chgData name="Fátima Eduarda Gomes Balbino - 25028242" userId="01245f1c-27bc-4e86-8965-9d3b788cbef3" providerId="ADAL" clId="{70978DE4-AEE1-4B5D-A7FC-DBBA862FC7B3}" dt="2026-05-04T19:49:42.821" v="652" actId="20577"/>
      <pc:docMkLst>
        <pc:docMk/>
      </pc:docMkLst>
      <pc:sldChg chg="addSp delSp modSp mod">
        <pc:chgData name="Fátima Eduarda Gomes Balbino - 25028242" userId="01245f1c-27bc-4e86-8965-9d3b788cbef3" providerId="ADAL" clId="{70978DE4-AEE1-4B5D-A7FC-DBBA862FC7B3}" dt="2026-05-04T19:49:42.821" v="652" actId="20577"/>
        <pc:sldMkLst>
          <pc:docMk/>
          <pc:sldMk cId="0" sldId="256"/>
        </pc:sldMkLst>
        <pc:spChg chg="mod">
          <ac:chgData name="Fátima Eduarda Gomes Balbino - 25028242" userId="01245f1c-27bc-4e86-8965-9d3b788cbef3" providerId="ADAL" clId="{70978DE4-AEE1-4B5D-A7FC-DBBA862FC7B3}" dt="2026-05-04T19:33:21.552" v="596" actId="107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9:35:39.944" v="628" actId="14100"/>
          <ac:spMkLst>
            <pc:docMk/>
            <pc:sldMk cId="0" sldId="256"/>
            <ac:spMk id="108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9:33:53.668" v="606" actId="14100"/>
          <ac:spMkLst>
            <pc:docMk/>
            <pc:sldMk cId="0" sldId="256"/>
            <ac:spMk id="112" creationId="{00000000-0000-0000-0000-000000000000}"/>
          </ac:spMkLst>
        </pc:spChg>
        <pc:spChg chg="del mod">
          <ac:chgData name="Fátima Eduarda Gomes Balbino - 25028242" userId="01245f1c-27bc-4e86-8965-9d3b788cbef3" providerId="ADAL" clId="{70978DE4-AEE1-4B5D-A7FC-DBBA862FC7B3}" dt="2026-05-04T18:06:33.867" v="32" actId="478"/>
          <ac:spMkLst>
            <pc:docMk/>
            <pc:sldMk cId="0" sldId="256"/>
            <ac:spMk id="117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8:09:49.042" v="61" actId="20577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9:36:59.083" v="640" actId="20577"/>
          <ac:spMkLst>
            <pc:docMk/>
            <pc:sldMk cId="0" sldId="256"/>
            <ac:spMk id="127" creationId="{00000000-0000-0000-0000-000000000000}"/>
          </ac:spMkLst>
        </pc:spChg>
        <pc:spChg chg="del mod">
          <ac:chgData name="Fátima Eduarda Gomes Balbino - 25028242" userId="01245f1c-27bc-4e86-8965-9d3b788cbef3" providerId="ADAL" clId="{70978DE4-AEE1-4B5D-A7FC-DBBA862FC7B3}" dt="2026-05-04T18:45:33.454" v="172"/>
          <ac:spMkLst>
            <pc:docMk/>
            <pc:sldMk cId="0" sldId="256"/>
            <ac:spMk id="128" creationId="{00000000-0000-0000-0000-000000000000}"/>
          </ac:spMkLst>
        </pc:spChg>
        <pc:spChg chg="del mod">
          <ac:chgData name="Fátima Eduarda Gomes Balbino - 25028242" userId="01245f1c-27bc-4e86-8965-9d3b788cbef3" providerId="ADAL" clId="{70978DE4-AEE1-4B5D-A7FC-DBBA862FC7B3}" dt="2026-05-04T18:12:53.098" v="62" actId="478"/>
          <ac:spMkLst>
            <pc:docMk/>
            <pc:sldMk cId="0" sldId="256"/>
            <ac:spMk id="129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9:49:42.821" v="652" actId="20577"/>
          <ac:spMkLst>
            <pc:docMk/>
            <pc:sldMk cId="0" sldId="256"/>
            <ac:spMk id="134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9:33:28.072" v="603" actId="255"/>
          <ac:spMkLst>
            <pc:docMk/>
            <pc:sldMk cId="0" sldId="256"/>
            <ac:spMk id="135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9:25:31.416" v="489" actId="2"/>
          <ac:spMkLst>
            <pc:docMk/>
            <pc:sldMk cId="0" sldId="256"/>
            <ac:spMk id="136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9:23:01.919" v="486" actId="20577"/>
          <ac:spMkLst>
            <pc:docMk/>
            <pc:sldMk cId="0" sldId="256"/>
            <ac:spMk id="137" creationId="{00000000-0000-0000-0000-000000000000}"/>
          </ac:spMkLst>
        </pc:spChg>
        <pc:spChg chg="del mod">
          <ac:chgData name="Fátima Eduarda Gomes Balbino - 25028242" userId="01245f1c-27bc-4e86-8965-9d3b788cbef3" providerId="ADAL" clId="{70978DE4-AEE1-4B5D-A7FC-DBBA862FC7B3}" dt="2026-05-04T18:07:20.289" v="40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Fátima Eduarda Gomes Balbino - 25028242" userId="01245f1c-27bc-4e86-8965-9d3b788cbef3" providerId="ADAL" clId="{70978DE4-AEE1-4B5D-A7FC-DBBA862FC7B3}" dt="2026-05-04T19:47:32.278" v="644" actId="113"/>
          <ac:spMkLst>
            <pc:docMk/>
            <pc:sldMk cId="0" sldId="256"/>
            <ac:spMk id="140" creationId="{00000000-0000-0000-0000-000000000000}"/>
          </ac:spMkLst>
        </pc:spChg>
        <pc:grpChg chg="mod">
          <ac:chgData name="Fátima Eduarda Gomes Balbino - 25028242" userId="01245f1c-27bc-4e86-8965-9d3b788cbef3" providerId="ADAL" clId="{70978DE4-AEE1-4B5D-A7FC-DBBA862FC7B3}" dt="2026-05-04T18:23:05.231" v="164" actId="1076"/>
          <ac:grpSpMkLst>
            <pc:docMk/>
            <pc:sldMk cId="0" sldId="256"/>
            <ac:grpSpMk id="103" creationId="{00000000-0000-0000-0000-000000000000}"/>
          </ac:grpSpMkLst>
        </pc:grpChg>
        <pc:grpChg chg="mod">
          <ac:chgData name="Fátima Eduarda Gomes Balbino - 25028242" userId="01245f1c-27bc-4e86-8965-9d3b788cbef3" providerId="ADAL" clId="{70978DE4-AEE1-4B5D-A7FC-DBBA862FC7B3}" dt="2026-05-04T19:33:40.400" v="604" actId="14100"/>
          <ac:grpSpMkLst>
            <pc:docMk/>
            <pc:sldMk cId="0" sldId="256"/>
            <ac:grpSpMk id="106" creationId="{00000000-0000-0000-0000-000000000000}"/>
          </ac:grpSpMkLst>
        </pc:grpChg>
        <pc:grpChg chg="mod">
          <ac:chgData name="Fátima Eduarda Gomes Balbino - 25028242" userId="01245f1c-27bc-4e86-8965-9d3b788cbef3" providerId="ADAL" clId="{70978DE4-AEE1-4B5D-A7FC-DBBA862FC7B3}" dt="2026-05-04T19:34:05.766" v="608" actId="1035"/>
          <ac:grpSpMkLst>
            <pc:docMk/>
            <pc:sldMk cId="0" sldId="256"/>
            <ac:grpSpMk id="109" creationId="{00000000-0000-0000-0000-000000000000}"/>
          </ac:grpSpMkLst>
        </pc:grpChg>
        <pc:picChg chg="add mod modCrop">
          <ac:chgData name="Fátima Eduarda Gomes Balbino - 25028242" userId="01245f1c-27bc-4e86-8965-9d3b788cbef3" providerId="ADAL" clId="{70978DE4-AEE1-4B5D-A7FC-DBBA862FC7B3}" dt="2026-05-04T18:46:06.698" v="177" actId="1076"/>
          <ac:picMkLst>
            <pc:docMk/>
            <pc:sldMk cId="0" sldId="256"/>
            <ac:picMk id="3" creationId="{F8AB2F76-20D2-6CF5-5E2A-00CA24CCC897}"/>
          </ac:picMkLst>
        </pc:picChg>
      </pc:sldChg>
    </pc:docChg>
  </pc:docChgLst>
  <pc:docChgLst>
    <pc:chgData name="Julia Basilio 25028157" userId="S::julia.basilio@edu.fecap.br::34200ccc-3990-4f88-a53a-7a621a156479" providerId="AD" clId="Web-{37D9F62A-9BF9-1F4A-C311-35F01E6E1647}"/>
    <pc:docChg chg="modSld">
      <pc:chgData name="Julia Basilio 25028157" userId="S::julia.basilio@edu.fecap.br::34200ccc-3990-4f88-a53a-7a621a156479" providerId="AD" clId="Web-{37D9F62A-9BF9-1F4A-C311-35F01E6E1647}" dt="2026-05-04T12:42:59.042" v="205" actId="14100"/>
      <pc:docMkLst>
        <pc:docMk/>
      </pc:docMkLst>
      <pc:sldChg chg="modSp">
        <pc:chgData name="Julia Basilio 25028157" userId="S::julia.basilio@edu.fecap.br::34200ccc-3990-4f88-a53a-7a621a156479" providerId="AD" clId="Web-{37D9F62A-9BF9-1F4A-C311-35F01E6E1647}" dt="2026-05-04T12:42:59.042" v="205" actId="14100"/>
        <pc:sldMkLst>
          <pc:docMk/>
          <pc:sldMk cId="0" sldId="256"/>
        </pc:sldMkLst>
        <pc:spChg chg="mod">
          <ac:chgData name="Julia Basilio 25028157" userId="S::julia.basilio@edu.fecap.br::34200ccc-3990-4f88-a53a-7a621a156479" providerId="AD" clId="Web-{37D9F62A-9BF9-1F4A-C311-35F01E6E1647}" dt="2026-05-04T12:42:59.042" v="205" actId="14100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Julia Basilio 25028157" userId="S::julia.basilio@edu.fecap.br::34200ccc-3990-4f88-a53a-7a621a156479" providerId="AD" clId="Web-{37D9F62A-9BF9-1F4A-C311-35F01E6E1647}" dt="2026-05-04T12:39:01.936" v="132" actId="14100"/>
          <ac:spMkLst>
            <pc:docMk/>
            <pc:sldMk cId="0" sldId="256"/>
            <ac:spMk id="127" creationId="{00000000-0000-0000-0000-000000000000}"/>
          </ac:spMkLst>
        </pc:spChg>
        <pc:spChg chg="mod">
          <ac:chgData name="Julia Basilio 25028157" userId="S::julia.basilio@edu.fecap.br::34200ccc-3990-4f88-a53a-7a621a156479" providerId="AD" clId="Web-{37D9F62A-9BF9-1F4A-C311-35F01E6E1647}" dt="2026-05-04T12:42:34.916" v="203" actId="20577"/>
          <ac:spMkLst>
            <pc:docMk/>
            <pc:sldMk cId="0" sldId="256"/>
            <ac:spMk id="135" creationId="{00000000-0000-0000-0000-000000000000}"/>
          </ac:spMkLst>
        </pc:spChg>
        <pc:spChg chg="mod">
          <ac:chgData name="Julia Basilio 25028157" userId="S::julia.basilio@edu.fecap.br::34200ccc-3990-4f88-a53a-7a621a156479" providerId="AD" clId="Web-{37D9F62A-9BF9-1F4A-C311-35F01E6E1647}" dt="2026-05-04T12:34:24.454" v="14" actId="20577"/>
          <ac:spMkLst>
            <pc:docMk/>
            <pc:sldMk cId="0" sldId="256"/>
            <ac:spMk id="1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181422" y="13200032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8" y="30080518"/>
            <a:ext cx="13848538" cy="8193805"/>
            <a:chOff x="0" y="-47625"/>
            <a:chExt cx="1302166" cy="87700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77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425155"/>
            <a:ext cx="12527228" cy="7808707"/>
            <a:chOff x="0" y="-53484"/>
            <a:chExt cx="8764870" cy="5424748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53484"/>
              <a:ext cx="8764870" cy="5424748"/>
              <a:chOff x="0" y="-8110"/>
              <a:chExt cx="1329056" cy="822579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8110"/>
                <a:ext cx="1329056" cy="8225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dirty="0"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dirty="0"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GoMarket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915976" y="6201483"/>
            <a:ext cx="28187750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25"/>
              </a:lnSpc>
            </a:pPr>
            <a:r>
              <a:rPr lang="en-US" sz="4750" b="1" dirty="0">
                <a:latin typeface="Open Sans"/>
                <a:ea typeface="Open Sans"/>
                <a:cs typeface="Open Sans"/>
                <a:sym typeface="Open Sans"/>
              </a:rPr>
              <a:t>Julia Basilio, Fátima Gomes, Maria Eduarda Olo, Luis Felipe Trindade</a:t>
            </a:r>
            <a:endParaRPr lang="pt-BR" sz="4750" dirty="0">
              <a:ea typeface="Open Sans"/>
              <a:sym typeface="Open Sans"/>
            </a:endParaRPr>
          </a:p>
          <a:p>
            <a:pPr algn="ctr">
              <a:lnSpc>
                <a:spcPct val="140025"/>
              </a:lnSpc>
            </a:pPr>
            <a:r>
              <a:rPr lang="en-US" sz="4750" b="1" dirty="0"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5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50" dirty="0">
                <a:latin typeface="Open Sans"/>
                <a:ea typeface="Open Sans"/>
                <a:cs typeface="Open Sans"/>
                <a:sym typeface="Open Sans"/>
              </a:rPr>
              <a:t>Eduardo Savino, Ronaldo Araujo, José Buesso</a:t>
            </a:r>
            <a:r>
              <a:rPr lang="en-US" sz="4750">
                <a:latin typeface="Open Sans"/>
                <a:ea typeface="Open Sans"/>
                <a:cs typeface="Open Sans"/>
                <a:sym typeface="Open Sans"/>
              </a:rPr>
              <a:t>, Francisco </a:t>
            </a:r>
            <a:r>
              <a:rPr lang="en-US" sz="4750" dirty="0">
                <a:latin typeface="Open Sans"/>
                <a:ea typeface="Open Sans"/>
                <a:cs typeface="Open Sans"/>
                <a:sym typeface="Open Sans"/>
              </a:rPr>
              <a:t>Escobar, Adriano Valente</a:t>
            </a:r>
            <a:endParaRPr lang="en-US" sz="475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dirty="0"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dirty="0"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dirty="0"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9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OLX-Plataforma de anúncios e marketplace C2C/B2B.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iFood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Plataforma digital de conexão entre restaurantes e consumidores.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Mercado Livre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Marketplace com foco em compra e venda de produtos.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Alibaba-Plataforma global de comércio B2B entre fornecedores e compradores.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Amazon-Referência em e-commerce.</a:t>
            </a:r>
            <a:endParaRPr lang="pt-BR"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513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40410" lvl="1" indent="-370205" algn="just">
              <a:lnSpc>
                <a:spcPct val="140000"/>
              </a:lnSpc>
              <a:buSzPts val="3430"/>
              <a:buFont typeface="Arial"/>
              <a:buChar char="•"/>
            </a:pPr>
            <a:r>
              <a:rPr lang="pt-BR" sz="3430" dirty="0">
                <a:latin typeface="Open Sans"/>
                <a:ea typeface="Open Sans"/>
                <a:cs typeface="Open Sans"/>
              </a:rPr>
              <a:t>Linguagens de programação: </a:t>
            </a:r>
            <a:r>
              <a:rPr lang="pt-BR" sz="3430" dirty="0" err="1">
                <a:latin typeface="Open Sans"/>
                <a:ea typeface="Open Sans"/>
                <a:cs typeface="Open Sans"/>
              </a:rPr>
              <a:t>JavaScript</a:t>
            </a:r>
            <a:r>
              <a:rPr lang="pt-BR" sz="3430" dirty="0">
                <a:latin typeface="Open Sans"/>
                <a:ea typeface="Open Sans"/>
                <a:cs typeface="Open Sans"/>
              </a:rPr>
              <a:t>, HTML e CSS</a:t>
            </a:r>
          </a:p>
          <a:p>
            <a:pPr marL="740410" lvl="1" indent="-370205" algn="just">
              <a:lnSpc>
                <a:spcPct val="140000"/>
              </a:lnSpc>
              <a:buSzPts val="3430"/>
              <a:buFont typeface="Arial"/>
              <a:buChar char="•"/>
            </a:pPr>
            <a:r>
              <a:rPr lang="pt-BR" sz="3430" dirty="0">
                <a:latin typeface="Open Sans"/>
                <a:ea typeface="Open Sans"/>
                <a:cs typeface="Open Sans"/>
              </a:rPr>
              <a:t>Ferramentas de desenvolvimento: </a:t>
            </a:r>
            <a:r>
              <a:rPr lang="pt-BR" sz="3430" dirty="0" err="1">
                <a:latin typeface="Open Sans"/>
                <a:ea typeface="Open Sans"/>
                <a:cs typeface="Open Sans"/>
              </a:rPr>
              <a:t>VSCode</a:t>
            </a:r>
            <a:r>
              <a:rPr lang="pt-BR" sz="3430" dirty="0">
                <a:latin typeface="Open Sans"/>
                <a:ea typeface="Open Sans"/>
                <a:cs typeface="Open Sans"/>
              </a:rPr>
              <a:t> e Visual Studio</a:t>
            </a:r>
            <a:endParaRPr lang="en-US" sz="3430" dirty="0">
              <a:latin typeface="Open Sans"/>
              <a:ea typeface="Open Sans"/>
              <a:cs typeface="Open Sans"/>
            </a:endParaRPr>
          </a:p>
          <a:p>
            <a:pPr marL="740410" lvl="1" indent="-370205" algn="just">
              <a:lnSpc>
                <a:spcPct val="140000"/>
              </a:lnSpc>
              <a:buSzPts val="3430"/>
              <a:buFont typeface="Arial"/>
              <a:buChar char="•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Prototipação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design: Figma</a:t>
            </a:r>
          </a:p>
          <a:p>
            <a:pPr marL="740410" lvl="1" indent="-370205" algn="just">
              <a:lnSpc>
                <a:spcPct val="140000"/>
              </a:lnSpc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</a:rPr>
              <a:t>Banco de dados: MYSQL WORKBENCH</a:t>
            </a:r>
          </a:p>
          <a:p>
            <a:pPr marL="740410" lvl="1" indent="-370205" algn="just">
              <a:lnSpc>
                <a:spcPct val="140000"/>
              </a:lnSpc>
              <a:buSzPts val="343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Controle de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versão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: GitHub</a:t>
            </a:r>
          </a:p>
          <a:p>
            <a:pPr marL="740410" lvl="1" indent="-370205" algn="just">
              <a:lnSpc>
                <a:spcPct val="140000"/>
              </a:lnSpc>
              <a:buSzPts val="3430"/>
              <a:buChar char="•"/>
            </a:pPr>
            <a:r>
              <a:rPr lang="en-US" sz="3430" dirty="0" err="1">
                <a:latin typeface="Open Sans"/>
                <a:ea typeface="Open Sans"/>
                <a:cs typeface="Open Sans"/>
              </a:rPr>
              <a:t>Inteligência</a:t>
            </a:r>
            <a:r>
              <a:rPr lang="en-US" sz="3430" dirty="0">
                <a:latin typeface="Open Sans"/>
                <a:ea typeface="Open Sans"/>
                <a:cs typeface="Open Sans"/>
              </a:rPr>
              <a:t> artificial: ChatGPT 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just">
              <a:lnSpc>
                <a:spcPct val="140000"/>
              </a:lnSpc>
            </a:pP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cliente possui atualmente um site voltado à venda de castanhas, porém a plataforma funciona de forma limitada, atuando apenas como um canal próprio de divulgação, sem estrutura para suportar um modelo de marketplace.</a:t>
            </a:r>
          </a:p>
          <a:p>
            <a:pPr algn="just">
              <a:lnSpc>
                <a:spcPct val="14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 a intenção de expandir o negócio para o setor alimentício em geral, surge um desafio central: a plataforma atual não oferece recursos essenciais como gestão de diferentes vendedores, organização eficiente de anúncios e autonomia nas negociações entre empresas, o que torna torna o processo pouco eficiente e limita o crescimento do negócio no mercado B2B.</a:t>
            </a:r>
          </a:p>
          <a:p>
            <a:pPr algn="just">
              <a:lnSpc>
                <a:spcPct val="140000"/>
              </a:lnSpc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81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Desenvolver a plataforma web, um Marketplace B2B de anúncios de alimentos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para resolver as limitações do modelo atual do cliente e viabilizar sua expansão no mercado </a:t>
            </a: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conectando fornecedores e compradores de forma eficiente. </a:t>
            </a:r>
          </a:p>
          <a:p>
            <a:pPr algn="just">
              <a:lnSpc>
                <a:spcPct val="140000"/>
              </a:lnSpc>
            </a:pP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solução permite o cadastro e gerenciamento de anúncios, busca inteligente com filtros e sistema de avaliações, centralizando informações de produtos e contatos. </a:t>
            </a:r>
          </a:p>
          <a:p>
            <a:pPr algn="just">
              <a:lnSpc>
                <a:spcPct val="140000"/>
              </a:lnSpc>
            </a:pP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objetivo é reduzir o tempo de negociação inicial e facilitar a tomada de decisão no setor alimentício, por meio de uma interface segura, responsiva e organizada.</a:t>
            </a:r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 dirty="0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dirty="0"/>
          </a:p>
        </p:txBody>
      </p:sp>
      <p:sp>
        <p:nvSpPr>
          <p:cNvPr id="140" name="Google Shape;140;p1"/>
          <p:cNvSpPr txBox="1"/>
          <p:nvPr/>
        </p:nvSpPr>
        <p:spPr>
          <a:xfrm>
            <a:off x="15840912" y="16996452"/>
            <a:ext cx="11652014" cy="1256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GoMarket resultou no desenvolvimento de uma plataforma web funcional no modelo marketplace B2B, voltada para a conexão entre fornecedores e compradores do setor alimentício. A solução permite que empresas publiquem, gerenciem e encontrem anúncios de produtos de forma prática, rápida e organizada. A plataforma oferece recursos como busca inteligente, filtros personalizados e visualização de informações detalhadas, facilitando a comparação entre diferentes fornecedores e otimizando o processo de negociação. Com uma interface intuitiva e responsiva, o sistema melhora a experiência do usuário e amplia a visibilidade dos produtos no ambiente digital. Como resultado, o GoMarket se apresenta como uma solução eficiente para potencializar vendas, reduzir o tempo de busca por parceiros comerciais e modernizar a forma como empresas se conectam no mercado B2B.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8AB2F76-20D2-6CF5-5E2A-00CA24CCC8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5473" b="39038"/>
          <a:stretch>
            <a:fillRect/>
          </a:stretch>
        </p:blipFill>
        <p:spPr>
          <a:xfrm>
            <a:off x="16824748" y="10504917"/>
            <a:ext cx="9753600" cy="6655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461</Words>
  <Application>Microsoft Office PowerPoint</Application>
  <PresentationFormat>Personalizar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Open Sans</vt:lpstr>
      <vt:lpstr>Calibri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Fátima Eduarda Gomes Balbino - 25028242</cp:lastModifiedBy>
  <cp:revision>70</cp:revision>
  <dcterms:created xsi:type="dcterms:W3CDTF">2006-08-16T00:00:00Z</dcterms:created>
  <dcterms:modified xsi:type="dcterms:W3CDTF">2026-05-04T19:49:51Z</dcterms:modified>
</cp:coreProperties>
</file>